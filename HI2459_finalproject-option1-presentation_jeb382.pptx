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C1C0E-04A5-571D-46BE-D796F8421E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DB978E-829E-D2A8-8C34-D3A0EA5190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F8B8CC-C468-D4CE-2BD1-6526715CF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490FE-FCE0-9F22-A8D7-A784A95C8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05FF6-51F4-1742-04B2-66CE8955C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52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E004E-C8AF-0777-330B-2FEB5AFE2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2CC89-77C0-921A-34A4-9F35C70A7E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15CE1-88A3-D3A2-7C64-669174824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737A5-6802-9C23-7676-9D8422384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52C30D-3473-2B58-6BA2-2BAD1A05E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8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B88AE-4108-CF99-D886-F0EEC24CF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BEC784-08C8-2B16-536D-466A6510DE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640BF-BBF5-2B8C-1843-B35974063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20B855-0CE1-F089-3C42-FA0555800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6F17FE-438A-609B-319F-7C52C2D6F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72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B2ACF-A609-CF85-A7C6-619AB3907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3B9F3B-6AED-9AF3-E8FB-9E03A6A066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47ADED-13C5-0F5F-8F9C-0489461E72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54A97F-3924-D870-8B79-2EAA1F9DC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06977-FCC3-5E22-498B-660255178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05749-221A-062A-FB2B-4D16B9D4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77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62DAA-85A4-E958-7BCC-2E4AB92C3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9B87EB-A277-1C34-0C38-85AA58D833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77859-A5E8-4B5E-BB04-EFF222DADD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89F8DF-D853-30EB-6485-BA44DC2943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2BE02-CC4D-2DF3-EA98-34872C43D5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2D0C07-57EB-8710-6EE2-1603BAD5E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B3D5EF-D538-4C09-AE39-83CB9A77D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B288F4-B13C-0FB7-DB52-8CE4708E5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362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FDA8-9799-F3D7-17F4-1E238481E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CBB4FD-BD87-1E05-8B11-694061C9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1EEAD-24CB-A7B9-C9F8-10D25F05B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8AFAC5-7257-2C41-3DC6-C18B944CF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927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85114D-1C87-E3C8-188B-0DF869A06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CA3821-E836-A68E-D0BE-E6193935E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7C21-F9CD-AF09-F6F3-9BF3E7C5B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75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9D1E4-252D-C10D-7C59-FFB7CABD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8FA94-86D5-499E-E186-AA5CF1585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AFF8E-08BC-1508-79FD-AD9C8C8E69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178AE-7633-3C36-F543-2566B5797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1D674D-0ECD-A91F-E902-BB58A0D4C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DABABA-874D-B381-9462-0AB81541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4728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6EA82-10A3-349B-EBED-DD9901DCC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3FCBD2-E118-EA76-2277-324B77D229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D57096-CAE5-5B9E-19B3-90D8C07E77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87CFAF-DFED-9FD7-2DF4-7B40E68A3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4A62-B86E-95BA-B05A-8456F543C3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3F8564-6C62-FC79-0111-E1D005F99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86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96A57-AEDD-8E6D-EBB0-82CF43D70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FDDA95-3F7E-9147-0236-44800618A1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0E62DA-9627-3CE4-CD64-ECF39FF57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1140A9-A203-F965-C501-EED034B675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469FF-C137-AD53-8DDB-811BDB6C9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505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3804D7-F4BD-8D93-6886-9BBDB4CB16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0D756-F960-47D4-B481-77EBD575D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51D16-554E-DD8C-D63B-7A7C12CBB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E6AE53-FC06-081D-5096-BC577082E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2E8B-C64B-493D-0D81-BD487B933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192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D8088-8CC3-79C0-A956-4BD7418EEA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603C9A-318F-302F-52C4-3CA917864E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CC23E4-6224-BDBD-3FBF-633E8FC491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D9B2E1-A34B-4C89-BCC1-B08DA521E153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C1A-C4FD-17DF-0D0F-A58C786ED6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D7B9A6-C9CC-124B-5370-A0FB97C3DA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E8D537-F108-4AC9-846B-1253A50D0C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788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24D37-FEFA-09A0-C7B8-E149D16197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Adaptation of Vision Foundation Models for Knee Osteoarthritis Classification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18CBF7-AF65-AF6C-C809-B9C30B5F22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Jonah Belback</a:t>
            </a:r>
          </a:p>
        </p:txBody>
      </p:sp>
    </p:spTree>
    <p:extLst>
      <p:ext uri="{BB962C8B-B14F-4D97-AF65-F5344CB8AC3E}">
        <p14:creationId xmlns:p14="http://schemas.microsoft.com/office/powerpoint/2010/main" val="25907472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940F8-47B4-BACA-645A-0109B55DB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495672-F4B9-FFC7-47D3-2F17E24AA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263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7AEDE-1898-6BAC-81BA-5DE4204F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CBE35-CACC-4E42-0434-9D592CE9D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2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B1650-C867-4266-7BE3-B50BBA17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DC5B0-8963-E593-19DE-C8928D16E1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377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BE784-DC41-CA0A-0EB0-F8D38A701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best learning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20FA5-11B5-2D1B-E4B2-5B9E6D2B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078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E8752-98CF-FE63-BC8D-36F16B29D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– Frozen DinoV2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ACEA1-EFB5-2499-8816-3A9FA5F68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682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55030-3BAB-6A93-6BE1-156A21694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- Finetuning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CD1BC-99F1-F8FA-75E9-6927C6585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8671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873D-B9F1-088B-1AA5-DC8A476BC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-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C43437-6EFE-3DBD-34CE-FF4B85FCB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0268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2AEE6-241C-71A9-02E0-9F442F1F9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5D83F-F5EE-C965-1C13-97A22F286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129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C6D43-864B-597A-06E7-F4CB27DEB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F129D-B2DA-EA8B-0C9F-41CB9EA9F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4424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31</Words>
  <Application>Microsoft Office PowerPoint</Application>
  <PresentationFormat>Widescreen</PresentationFormat>
  <Paragraphs>11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Adaptation of Vision Foundation Models for Knee Osteoarthritis Classification</vt:lpstr>
      <vt:lpstr>Purpose</vt:lpstr>
      <vt:lpstr>Architecture</vt:lpstr>
      <vt:lpstr>Evaluation setup</vt:lpstr>
      <vt:lpstr>Finding best learning rate</vt:lpstr>
      <vt:lpstr>Results – Frozen DinoV2</vt:lpstr>
      <vt:lpstr>Results - Finetuning</vt:lpstr>
      <vt:lpstr>Results - Conclusions</vt:lpstr>
      <vt:lpstr>Discussion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Belback, Jonah Earl</dc:creator>
  <cp:lastModifiedBy>Belback, Jonah Earl</cp:lastModifiedBy>
  <cp:revision>2</cp:revision>
  <dcterms:created xsi:type="dcterms:W3CDTF">2026-05-01T14:27:43Z</dcterms:created>
  <dcterms:modified xsi:type="dcterms:W3CDTF">2026-05-01T14:33:19Z</dcterms:modified>
</cp:coreProperties>
</file>